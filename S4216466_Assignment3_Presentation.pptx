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61" r:id="rId7"/>
    <p:sldId id="262" r:id="rId8"/>
    <p:sldId id="289" r:id="rId9"/>
    <p:sldId id="264" r:id="rId10"/>
    <p:sldId id="278" r:id="rId11"/>
    <p:sldId id="266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5" autoAdjust="0"/>
    <p:restoredTop sz="94567" autoAdjust="0"/>
  </p:normalViewPr>
  <p:slideViewPr>
    <p:cSldViewPr snapToGrid="0">
      <p:cViewPr varScale="1">
        <p:scale>
          <a:sx n="111" d="100"/>
          <a:sy n="111" d="100"/>
        </p:scale>
        <p:origin x="680" y="2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83DBBF-3A6D-5F4C-9F76-68DCE534D248}" type="doc">
      <dgm:prSet loTypeId="urn:microsoft.com/office/officeart/2005/8/layout/process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213D4CF1-ECF0-834F-915C-0EB80B62017F}">
      <dgm:prSet phldrT="[Text]"/>
      <dgm:spPr/>
      <dgm:t>
        <a:bodyPr/>
        <a:lstStyle/>
        <a:p>
          <a:r>
            <a:rPr lang="en-GB"/>
            <a:t>User Ratings</a:t>
          </a:r>
        </a:p>
      </dgm:t>
    </dgm:pt>
    <dgm:pt modelId="{09E2FB0D-1517-594D-B850-428F64850376}" type="parTrans" cxnId="{AE6FC9FA-C592-A24C-B9A0-23540F9B0E49}">
      <dgm:prSet/>
      <dgm:spPr/>
      <dgm:t>
        <a:bodyPr/>
        <a:lstStyle/>
        <a:p>
          <a:endParaRPr lang="en-GB"/>
        </a:p>
      </dgm:t>
    </dgm:pt>
    <dgm:pt modelId="{09732629-AC25-4A44-ACAD-0C9376B5D023}" type="sibTrans" cxnId="{AE6FC9FA-C592-A24C-B9A0-23540F9B0E49}">
      <dgm:prSet/>
      <dgm:spPr/>
      <dgm:t>
        <a:bodyPr/>
        <a:lstStyle/>
        <a:p>
          <a:endParaRPr lang="en-GB"/>
        </a:p>
      </dgm:t>
    </dgm:pt>
    <dgm:pt modelId="{54E63191-FFF8-884A-82FF-42BFF0678D63}">
      <dgm:prSet phldrT="[Text]"/>
      <dgm:spPr/>
      <dgm:t>
        <a:bodyPr/>
        <a:lstStyle/>
        <a:p>
          <a:r>
            <a:rPr lang="en-GB"/>
            <a:t>Item Similarities</a:t>
          </a:r>
        </a:p>
      </dgm:t>
    </dgm:pt>
    <dgm:pt modelId="{BCFCDF84-42C4-BE40-8A1D-5100BA820317}" type="parTrans" cxnId="{C7FAB8C3-4976-0043-9EDF-4DDD06A8CA3C}">
      <dgm:prSet/>
      <dgm:spPr/>
      <dgm:t>
        <a:bodyPr/>
        <a:lstStyle/>
        <a:p>
          <a:endParaRPr lang="en-GB"/>
        </a:p>
      </dgm:t>
    </dgm:pt>
    <dgm:pt modelId="{AFC95C92-0EE5-0E4F-9396-459AAB8597D1}" type="sibTrans" cxnId="{C7FAB8C3-4976-0043-9EDF-4DDD06A8CA3C}">
      <dgm:prSet/>
      <dgm:spPr/>
      <dgm:t>
        <a:bodyPr/>
        <a:lstStyle/>
        <a:p>
          <a:endParaRPr lang="en-GB"/>
        </a:p>
      </dgm:t>
    </dgm:pt>
    <dgm:pt modelId="{B7D907D0-89DA-234F-BA02-8852DA746CD1}">
      <dgm:prSet phldrT="[Text]"/>
      <dgm:spPr/>
      <dgm:t>
        <a:bodyPr/>
        <a:lstStyle/>
        <a:p>
          <a:r>
            <a:rPr lang="en-GB"/>
            <a:t>Neighbour Selection</a:t>
          </a:r>
        </a:p>
      </dgm:t>
    </dgm:pt>
    <dgm:pt modelId="{3008D0BE-6598-B44F-BE1D-888608F2B35F}" type="parTrans" cxnId="{553983AF-D111-4F43-8734-E6F0C333A97B}">
      <dgm:prSet/>
      <dgm:spPr/>
      <dgm:t>
        <a:bodyPr/>
        <a:lstStyle/>
        <a:p>
          <a:endParaRPr lang="en-GB"/>
        </a:p>
      </dgm:t>
    </dgm:pt>
    <dgm:pt modelId="{EDE13B7B-A332-F84D-AB78-780111265CF7}" type="sibTrans" cxnId="{553983AF-D111-4F43-8734-E6F0C333A97B}">
      <dgm:prSet/>
      <dgm:spPr/>
      <dgm:t>
        <a:bodyPr/>
        <a:lstStyle/>
        <a:p>
          <a:endParaRPr lang="en-GB"/>
        </a:p>
      </dgm:t>
    </dgm:pt>
    <dgm:pt modelId="{1AE3D931-3A1F-9640-B250-E80745C0E469}">
      <dgm:prSet phldrT="[Text]"/>
      <dgm:spPr/>
      <dgm:t>
        <a:bodyPr/>
        <a:lstStyle/>
        <a:p>
          <a:r>
            <a:rPr lang="en-GB"/>
            <a:t>Rating Prediction</a:t>
          </a:r>
        </a:p>
      </dgm:t>
    </dgm:pt>
    <dgm:pt modelId="{43325FF7-9852-A244-912A-7D6A9029FD2E}" type="parTrans" cxnId="{6F27DBF2-22C7-EF45-B282-89DD3925355A}">
      <dgm:prSet/>
      <dgm:spPr/>
      <dgm:t>
        <a:bodyPr/>
        <a:lstStyle/>
        <a:p>
          <a:endParaRPr lang="en-GB"/>
        </a:p>
      </dgm:t>
    </dgm:pt>
    <dgm:pt modelId="{B35977ED-D70F-FA44-8634-DFD2FAB49107}" type="sibTrans" cxnId="{6F27DBF2-22C7-EF45-B282-89DD3925355A}">
      <dgm:prSet/>
      <dgm:spPr/>
      <dgm:t>
        <a:bodyPr/>
        <a:lstStyle/>
        <a:p>
          <a:endParaRPr lang="en-GB"/>
        </a:p>
      </dgm:t>
    </dgm:pt>
    <dgm:pt modelId="{AA186F55-4306-B749-833A-E5370B5174FD}">
      <dgm:prSet phldrT="[Text]"/>
      <dgm:spPr/>
      <dgm:t>
        <a:bodyPr/>
        <a:lstStyle/>
        <a:p>
          <a:r>
            <a:rPr lang="en-GB"/>
            <a:t>Recommendation</a:t>
          </a:r>
        </a:p>
      </dgm:t>
    </dgm:pt>
    <dgm:pt modelId="{7ADFF6CC-FD4A-E443-873B-AB7471616349}" type="parTrans" cxnId="{EF507E2A-F9F5-594B-912E-3A1AD2AEBB2A}">
      <dgm:prSet/>
      <dgm:spPr/>
      <dgm:t>
        <a:bodyPr/>
        <a:lstStyle/>
        <a:p>
          <a:endParaRPr lang="en-GB"/>
        </a:p>
      </dgm:t>
    </dgm:pt>
    <dgm:pt modelId="{8FDB7EF8-436D-EA48-BF3E-DAF12A15FD8A}" type="sibTrans" cxnId="{EF507E2A-F9F5-594B-912E-3A1AD2AEBB2A}">
      <dgm:prSet/>
      <dgm:spPr/>
      <dgm:t>
        <a:bodyPr/>
        <a:lstStyle/>
        <a:p>
          <a:endParaRPr lang="en-GB"/>
        </a:p>
      </dgm:t>
    </dgm:pt>
    <dgm:pt modelId="{73C726B0-79EC-0B4D-9A2D-410CB5183AC2}" type="pres">
      <dgm:prSet presAssocID="{4083DBBF-3A6D-5F4C-9F76-68DCE534D248}" presName="linearFlow" presStyleCnt="0">
        <dgm:presLayoutVars>
          <dgm:resizeHandles val="exact"/>
        </dgm:presLayoutVars>
      </dgm:prSet>
      <dgm:spPr/>
    </dgm:pt>
    <dgm:pt modelId="{5FC28B23-A82A-954C-AE24-B1E7E2E1B40B}" type="pres">
      <dgm:prSet presAssocID="{213D4CF1-ECF0-834F-915C-0EB80B62017F}" presName="node" presStyleLbl="node1" presStyleIdx="0" presStyleCnt="5">
        <dgm:presLayoutVars>
          <dgm:bulletEnabled val="1"/>
        </dgm:presLayoutVars>
      </dgm:prSet>
      <dgm:spPr/>
    </dgm:pt>
    <dgm:pt modelId="{7C28FD93-65E9-5F41-BF65-E76E353F236B}" type="pres">
      <dgm:prSet presAssocID="{09732629-AC25-4A44-ACAD-0C9376B5D023}" presName="sibTrans" presStyleLbl="sibTrans2D1" presStyleIdx="0" presStyleCnt="4"/>
      <dgm:spPr/>
    </dgm:pt>
    <dgm:pt modelId="{3D4DFF6E-2B0D-C245-94F6-B4270BADD923}" type="pres">
      <dgm:prSet presAssocID="{09732629-AC25-4A44-ACAD-0C9376B5D023}" presName="connectorText" presStyleLbl="sibTrans2D1" presStyleIdx="0" presStyleCnt="4"/>
      <dgm:spPr/>
    </dgm:pt>
    <dgm:pt modelId="{E863F21E-7ED9-1940-9D54-5D451538B921}" type="pres">
      <dgm:prSet presAssocID="{54E63191-FFF8-884A-82FF-42BFF0678D63}" presName="node" presStyleLbl="node1" presStyleIdx="1" presStyleCnt="5">
        <dgm:presLayoutVars>
          <dgm:bulletEnabled val="1"/>
        </dgm:presLayoutVars>
      </dgm:prSet>
      <dgm:spPr/>
    </dgm:pt>
    <dgm:pt modelId="{F0DBBE4C-5897-1546-A3FE-45674F7C24F3}" type="pres">
      <dgm:prSet presAssocID="{AFC95C92-0EE5-0E4F-9396-459AAB8597D1}" presName="sibTrans" presStyleLbl="sibTrans2D1" presStyleIdx="1" presStyleCnt="4"/>
      <dgm:spPr/>
    </dgm:pt>
    <dgm:pt modelId="{E92C381F-6604-C042-BE4E-FB654A5B43AD}" type="pres">
      <dgm:prSet presAssocID="{AFC95C92-0EE5-0E4F-9396-459AAB8597D1}" presName="connectorText" presStyleLbl="sibTrans2D1" presStyleIdx="1" presStyleCnt="4"/>
      <dgm:spPr/>
    </dgm:pt>
    <dgm:pt modelId="{B21812CC-1BF5-C848-8A17-E4D1289D1FF2}" type="pres">
      <dgm:prSet presAssocID="{B7D907D0-89DA-234F-BA02-8852DA746CD1}" presName="node" presStyleLbl="node1" presStyleIdx="2" presStyleCnt="5">
        <dgm:presLayoutVars>
          <dgm:bulletEnabled val="1"/>
        </dgm:presLayoutVars>
      </dgm:prSet>
      <dgm:spPr/>
    </dgm:pt>
    <dgm:pt modelId="{9FB31E6E-B231-274B-8555-3C5E08C478C9}" type="pres">
      <dgm:prSet presAssocID="{EDE13B7B-A332-F84D-AB78-780111265CF7}" presName="sibTrans" presStyleLbl="sibTrans2D1" presStyleIdx="2" presStyleCnt="4"/>
      <dgm:spPr/>
    </dgm:pt>
    <dgm:pt modelId="{E0B0EF3F-8A15-A74A-BE37-1ED5B4470456}" type="pres">
      <dgm:prSet presAssocID="{EDE13B7B-A332-F84D-AB78-780111265CF7}" presName="connectorText" presStyleLbl="sibTrans2D1" presStyleIdx="2" presStyleCnt="4"/>
      <dgm:spPr/>
    </dgm:pt>
    <dgm:pt modelId="{E9BA2C5D-5B25-7E43-8664-B3A661BBBE06}" type="pres">
      <dgm:prSet presAssocID="{1AE3D931-3A1F-9640-B250-E80745C0E469}" presName="node" presStyleLbl="node1" presStyleIdx="3" presStyleCnt="5">
        <dgm:presLayoutVars>
          <dgm:bulletEnabled val="1"/>
        </dgm:presLayoutVars>
      </dgm:prSet>
      <dgm:spPr/>
    </dgm:pt>
    <dgm:pt modelId="{C5E7AD65-19CC-324D-A43F-2DEE5769F95B}" type="pres">
      <dgm:prSet presAssocID="{B35977ED-D70F-FA44-8634-DFD2FAB49107}" presName="sibTrans" presStyleLbl="sibTrans2D1" presStyleIdx="3" presStyleCnt="4"/>
      <dgm:spPr/>
    </dgm:pt>
    <dgm:pt modelId="{5CE2E9D8-A371-5341-BE7B-499D4D7C6BAC}" type="pres">
      <dgm:prSet presAssocID="{B35977ED-D70F-FA44-8634-DFD2FAB49107}" presName="connectorText" presStyleLbl="sibTrans2D1" presStyleIdx="3" presStyleCnt="4"/>
      <dgm:spPr/>
    </dgm:pt>
    <dgm:pt modelId="{DAB5E8E1-18D8-B045-960B-D1930D460948}" type="pres">
      <dgm:prSet presAssocID="{AA186F55-4306-B749-833A-E5370B5174FD}" presName="node" presStyleLbl="node1" presStyleIdx="4" presStyleCnt="5">
        <dgm:presLayoutVars>
          <dgm:bulletEnabled val="1"/>
        </dgm:presLayoutVars>
      </dgm:prSet>
      <dgm:spPr/>
    </dgm:pt>
  </dgm:ptLst>
  <dgm:cxnLst>
    <dgm:cxn modelId="{DB0E8D13-52F9-3A4A-991B-BF0AA86ED174}" type="presOf" srcId="{EDE13B7B-A332-F84D-AB78-780111265CF7}" destId="{E0B0EF3F-8A15-A74A-BE37-1ED5B4470456}" srcOrd="1" destOrd="0" presId="urn:microsoft.com/office/officeart/2005/8/layout/process2"/>
    <dgm:cxn modelId="{85FFC71B-B18C-6548-8ED5-3E0420F702F1}" type="presOf" srcId="{1AE3D931-3A1F-9640-B250-E80745C0E469}" destId="{E9BA2C5D-5B25-7E43-8664-B3A661BBBE06}" srcOrd="0" destOrd="0" presId="urn:microsoft.com/office/officeart/2005/8/layout/process2"/>
    <dgm:cxn modelId="{EF507E2A-F9F5-594B-912E-3A1AD2AEBB2A}" srcId="{4083DBBF-3A6D-5F4C-9F76-68DCE534D248}" destId="{AA186F55-4306-B749-833A-E5370B5174FD}" srcOrd="4" destOrd="0" parTransId="{7ADFF6CC-FD4A-E443-873B-AB7471616349}" sibTransId="{8FDB7EF8-436D-EA48-BF3E-DAF12A15FD8A}"/>
    <dgm:cxn modelId="{50EE922D-8BB3-F74D-82E2-63D56C7D3D36}" type="presOf" srcId="{AA186F55-4306-B749-833A-E5370B5174FD}" destId="{DAB5E8E1-18D8-B045-960B-D1930D460948}" srcOrd="0" destOrd="0" presId="urn:microsoft.com/office/officeart/2005/8/layout/process2"/>
    <dgm:cxn modelId="{E5EDAF60-225C-1C42-A881-1C29D900D1FB}" type="presOf" srcId="{EDE13B7B-A332-F84D-AB78-780111265CF7}" destId="{9FB31E6E-B231-274B-8555-3C5E08C478C9}" srcOrd="0" destOrd="0" presId="urn:microsoft.com/office/officeart/2005/8/layout/process2"/>
    <dgm:cxn modelId="{D6501973-E3B5-9C4D-B276-6AEB68548796}" type="presOf" srcId="{AFC95C92-0EE5-0E4F-9396-459AAB8597D1}" destId="{E92C381F-6604-C042-BE4E-FB654A5B43AD}" srcOrd="1" destOrd="0" presId="urn:microsoft.com/office/officeart/2005/8/layout/process2"/>
    <dgm:cxn modelId="{55645076-07E6-E64F-B06D-08D0CEF09D25}" type="presOf" srcId="{213D4CF1-ECF0-834F-915C-0EB80B62017F}" destId="{5FC28B23-A82A-954C-AE24-B1E7E2E1B40B}" srcOrd="0" destOrd="0" presId="urn:microsoft.com/office/officeart/2005/8/layout/process2"/>
    <dgm:cxn modelId="{6D21EF81-DE99-BC45-A5AD-2F49FC3BED2D}" type="presOf" srcId="{B7D907D0-89DA-234F-BA02-8852DA746CD1}" destId="{B21812CC-1BF5-C848-8A17-E4D1289D1FF2}" srcOrd="0" destOrd="0" presId="urn:microsoft.com/office/officeart/2005/8/layout/process2"/>
    <dgm:cxn modelId="{211B8994-D66A-DB4E-A8B8-92ACFB68CCD8}" type="presOf" srcId="{09732629-AC25-4A44-ACAD-0C9376B5D023}" destId="{7C28FD93-65E9-5F41-BF65-E76E353F236B}" srcOrd="0" destOrd="0" presId="urn:microsoft.com/office/officeart/2005/8/layout/process2"/>
    <dgm:cxn modelId="{553983AF-D111-4F43-8734-E6F0C333A97B}" srcId="{4083DBBF-3A6D-5F4C-9F76-68DCE534D248}" destId="{B7D907D0-89DA-234F-BA02-8852DA746CD1}" srcOrd="2" destOrd="0" parTransId="{3008D0BE-6598-B44F-BE1D-888608F2B35F}" sibTransId="{EDE13B7B-A332-F84D-AB78-780111265CF7}"/>
    <dgm:cxn modelId="{B27936BB-5B66-B64B-8D1D-E06C0D50A846}" type="presOf" srcId="{B35977ED-D70F-FA44-8634-DFD2FAB49107}" destId="{5CE2E9D8-A371-5341-BE7B-499D4D7C6BAC}" srcOrd="1" destOrd="0" presId="urn:microsoft.com/office/officeart/2005/8/layout/process2"/>
    <dgm:cxn modelId="{63E569BD-953C-E946-AFA1-72A8D0C8DFD5}" type="presOf" srcId="{AFC95C92-0EE5-0E4F-9396-459AAB8597D1}" destId="{F0DBBE4C-5897-1546-A3FE-45674F7C24F3}" srcOrd="0" destOrd="0" presId="urn:microsoft.com/office/officeart/2005/8/layout/process2"/>
    <dgm:cxn modelId="{C7FAB8C3-4976-0043-9EDF-4DDD06A8CA3C}" srcId="{4083DBBF-3A6D-5F4C-9F76-68DCE534D248}" destId="{54E63191-FFF8-884A-82FF-42BFF0678D63}" srcOrd="1" destOrd="0" parTransId="{BCFCDF84-42C4-BE40-8A1D-5100BA820317}" sibTransId="{AFC95C92-0EE5-0E4F-9396-459AAB8597D1}"/>
    <dgm:cxn modelId="{962A39CA-C2A9-B24E-9CF3-5E0FA235AB59}" type="presOf" srcId="{B35977ED-D70F-FA44-8634-DFD2FAB49107}" destId="{C5E7AD65-19CC-324D-A43F-2DEE5769F95B}" srcOrd="0" destOrd="0" presId="urn:microsoft.com/office/officeart/2005/8/layout/process2"/>
    <dgm:cxn modelId="{9B3229D6-7463-9548-8C3E-9A583142FB07}" type="presOf" srcId="{4083DBBF-3A6D-5F4C-9F76-68DCE534D248}" destId="{73C726B0-79EC-0B4D-9A2D-410CB5183AC2}" srcOrd="0" destOrd="0" presId="urn:microsoft.com/office/officeart/2005/8/layout/process2"/>
    <dgm:cxn modelId="{52D2C6E3-435F-A646-B5E5-BDD2577EABC1}" type="presOf" srcId="{54E63191-FFF8-884A-82FF-42BFF0678D63}" destId="{E863F21E-7ED9-1940-9D54-5D451538B921}" srcOrd="0" destOrd="0" presId="urn:microsoft.com/office/officeart/2005/8/layout/process2"/>
    <dgm:cxn modelId="{E2C474E6-5F37-0C4B-B752-4D68A8D7C608}" type="presOf" srcId="{09732629-AC25-4A44-ACAD-0C9376B5D023}" destId="{3D4DFF6E-2B0D-C245-94F6-B4270BADD923}" srcOrd="1" destOrd="0" presId="urn:microsoft.com/office/officeart/2005/8/layout/process2"/>
    <dgm:cxn modelId="{6F27DBF2-22C7-EF45-B282-89DD3925355A}" srcId="{4083DBBF-3A6D-5F4C-9F76-68DCE534D248}" destId="{1AE3D931-3A1F-9640-B250-E80745C0E469}" srcOrd="3" destOrd="0" parTransId="{43325FF7-9852-A244-912A-7D6A9029FD2E}" sibTransId="{B35977ED-D70F-FA44-8634-DFD2FAB49107}"/>
    <dgm:cxn modelId="{AE6FC9FA-C592-A24C-B9A0-23540F9B0E49}" srcId="{4083DBBF-3A6D-5F4C-9F76-68DCE534D248}" destId="{213D4CF1-ECF0-834F-915C-0EB80B62017F}" srcOrd="0" destOrd="0" parTransId="{09E2FB0D-1517-594D-B850-428F64850376}" sibTransId="{09732629-AC25-4A44-ACAD-0C9376B5D023}"/>
    <dgm:cxn modelId="{BCE14CCE-27B1-9C4C-8B20-52D6A1E6E586}" type="presParOf" srcId="{73C726B0-79EC-0B4D-9A2D-410CB5183AC2}" destId="{5FC28B23-A82A-954C-AE24-B1E7E2E1B40B}" srcOrd="0" destOrd="0" presId="urn:microsoft.com/office/officeart/2005/8/layout/process2"/>
    <dgm:cxn modelId="{C40BA465-517E-7B44-B4A7-3352ED3AF0B2}" type="presParOf" srcId="{73C726B0-79EC-0B4D-9A2D-410CB5183AC2}" destId="{7C28FD93-65E9-5F41-BF65-E76E353F236B}" srcOrd="1" destOrd="0" presId="urn:microsoft.com/office/officeart/2005/8/layout/process2"/>
    <dgm:cxn modelId="{45AACC96-8283-A44F-A58A-6AD5EA2C1DB1}" type="presParOf" srcId="{7C28FD93-65E9-5F41-BF65-E76E353F236B}" destId="{3D4DFF6E-2B0D-C245-94F6-B4270BADD923}" srcOrd="0" destOrd="0" presId="urn:microsoft.com/office/officeart/2005/8/layout/process2"/>
    <dgm:cxn modelId="{0A9AC73E-F290-CF45-B64E-CF807E1C4FC4}" type="presParOf" srcId="{73C726B0-79EC-0B4D-9A2D-410CB5183AC2}" destId="{E863F21E-7ED9-1940-9D54-5D451538B921}" srcOrd="2" destOrd="0" presId="urn:microsoft.com/office/officeart/2005/8/layout/process2"/>
    <dgm:cxn modelId="{F78175E6-B0FE-4C48-8E5F-D2B521BA6022}" type="presParOf" srcId="{73C726B0-79EC-0B4D-9A2D-410CB5183AC2}" destId="{F0DBBE4C-5897-1546-A3FE-45674F7C24F3}" srcOrd="3" destOrd="0" presId="urn:microsoft.com/office/officeart/2005/8/layout/process2"/>
    <dgm:cxn modelId="{CD200492-CDF4-4141-956E-C5350A3C8A50}" type="presParOf" srcId="{F0DBBE4C-5897-1546-A3FE-45674F7C24F3}" destId="{E92C381F-6604-C042-BE4E-FB654A5B43AD}" srcOrd="0" destOrd="0" presId="urn:microsoft.com/office/officeart/2005/8/layout/process2"/>
    <dgm:cxn modelId="{D6129A9D-BE70-084E-A674-D444E7EB0A48}" type="presParOf" srcId="{73C726B0-79EC-0B4D-9A2D-410CB5183AC2}" destId="{B21812CC-1BF5-C848-8A17-E4D1289D1FF2}" srcOrd="4" destOrd="0" presId="urn:microsoft.com/office/officeart/2005/8/layout/process2"/>
    <dgm:cxn modelId="{CD590B3F-66E7-8045-B09B-0675B7100F17}" type="presParOf" srcId="{73C726B0-79EC-0B4D-9A2D-410CB5183AC2}" destId="{9FB31E6E-B231-274B-8555-3C5E08C478C9}" srcOrd="5" destOrd="0" presId="urn:microsoft.com/office/officeart/2005/8/layout/process2"/>
    <dgm:cxn modelId="{370E27A5-EC26-654A-8B66-BDE500891196}" type="presParOf" srcId="{9FB31E6E-B231-274B-8555-3C5E08C478C9}" destId="{E0B0EF3F-8A15-A74A-BE37-1ED5B4470456}" srcOrd="0" destOrd="0" presId="urn:microsoft.com/office/officeart/2005/8/layout/process2"/>
    <dgm:cxn modelId="{6079F32D-6C3E-3443-B6AA-256F30E8496A}" type="presParOf" srcId="{73C726B0-79EC-0B4D-9A2D-410CB5183AC2}" destId="{E9BA2C5D-5B25-7E43-8664-B3A661BBBE06}" srcOrd="6" destOrd="0" presId="urn:microsoft.com/office/officeart/2005/8/layout/process2"/>
    <dgm:cxn modelId="{D60420D6-4688-7E4B-8CB8-B6766E89A8CF}" type="presParOf" srcId="{73C726B0-79EC-0B4D-9A2D-410CB5183AC2}" destId="{C5E7AD65-19CC-324D-A43F-2DEE5769F95B}" srcOrd="7" destOrd="0" presId="urn:microsoft.com/office/officeart/2005/8/layout/process2"/>
    <dgm:cxn modelId="{7F1DAF4F-CCDD-3745-A6F0-84C968070162}" type="presParOf" srcId="{C5E7AD65-19CC-324D-A43F-2DEE5769F95B}" destId="{5CE2E9D8-A371-5341-BE7B-499D4D7C6BAC}" srcOrd="0" destOrd="0" presId="urn:microsoft.com/office/officeart/2005/8/layout/process2"/>
    <dgm:cxn modelId="{CDD9691C-276B-F54D-95A9-4071D0B217D1}" type="presParOf" srcId="{73C726B0-79EC-0B4D-9A2D-410CB5183AC2}" destId="{DAB5E8E1-18D8-B045-960B-D1930D460948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821CFF-DF8B-6B45-AF4D-87A6A84343C6}" type="doc">
      <dgm:prSet loTypeId="urn:microsoft.com/office/officeart/2005/8/layout/vProcess5" loCatId="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E3EBD3BF-BE69-2243-A10C-A188F88197D4}">
      <dgm:prSet phldrT="[Text]"/>
      <dgm:spPr/>
      <dgm:t>
        <a:bodyPr/>
        <a:lstStyle/>
        <a:p>
          <a:r>
            <a:rPr lang="en-GB"/>
            <a:t>Target Item</a:t>
          </a:r>
        </a:p>
      </dgm:t>
    </dgm:pt>
    <dgm:pt modelId="{D11D012B-DEBC-FE47-B6A0-C15AAF4701A1}" type="parTrans" cxnId="{35063306-3501-9C44-B764-5177D3CC9FAF}">
      <dgm:prSet/>
      <dgm:spPr/>
      <dgm:t>
        <a:bodyPr/>
        <a:lstStyle/>
        <a:p>
          <a:endParaRPr lang="en-GB"/>
        </a:p>
      </dgm:t>
    </dgm:pt>
    <dgm:pt modelId="{255AE1C2-BC69-AB49-AF67-FBE8345A37BA}" type="sibTrans" cxnId="{35063306-3501-9C44-B764-5177D3CC9FAF}">
      <dgm:prSet/>
      <dgm:spPr/>
      <dgm:t>
        <a:bodyPr/>
        <a:lstStyle/>
        <a:p>
          <a:endParaRPr lang="en-GB"/>
        </a:p>
      </dgm:t>
    </dgm:pt>
    <dgm:pt modelId="{F746611F-4F98-0A4C-B150-E1C9FE83E24B}">
      <dgm:prSet phldrT="[Text]"/>
      <dgm:spPr/>
      <dgm:t>
        <a:bodyPr/>
        <a:lstStyle/>
        <a:p>
          <a:r>
            <a:rPr lang="en-GB"/>
            <a:t>Top 20 Similar Items</a:t>
          </a:r>
        </a:p>
      </dgm:t>
    </dgm:pt>
    <dgm:pt modelId="{621A1907-A8A6-8C41-9D74-6D359EEFB593}" type="parTrans" cxnId="{B9A068AA-4C83-0740-A16B-4CDB2F57BF20}">
      <dgm:prSet/>
      <dgm:spPr/>
      <dgm:t>
        <a:bodyPr/>
        <a:lstStyle/>
        <a:p>
          <a:endParaRPr lang="en-GB"/>
        </a:p>
      </dgm:t>
    </dgm:pt>
    <dgm:pt modelId="{A6DB5B17-5C91-BE46-9473-AFCFBFE4346E}" type="sibTrans" cxnId="{B9A068AA-4C83-0740-A16B-4CDB2F57BF20}">
      <dgm:prSet/>
      <dgm:spPr/>
      <dgm:t>
        <a:bodyPr/>
        <a:lstStyle/>
        <a:p>
          <a:endParaRPr lang="en-GB"/>
        </a:p>
      </dgm:t>
    </dgm:pt>
    <dgm:pt modelId="{30E7FA80-CA84-8048-987F-4E789E133AF5}">
      <dgm:prSet phldrT="[Text]"/>
      <dgm:spPr/>
      <dgm:t>
        <a:bodyPr/>
        <a:lstStyle/>
        <a:p>
          <a:r>
            <a:rPr lang="en-GB"/>
            <a:t>Neighbour Ratings</a:t>
          </a:r>
        </a:p>
      </dgm:t>
    </dgm:pt>
    <dgm:pt modelId="{4DC2BB85-61AF-9146-B42B-5DD3649806F6}" type="parTrans" cxnId="{2B476108-871E-DD4C-8281-B7F68B1FF29C}">
      <dgm:prSet/>
      <dgm:spPr/>
      <dgm:t>
        <a:bodyPr/>
        <a:lstStyle/>
        <a:p>
          <a:endParaRPr lang="en-GB"/>
        </a:p>
      </dgm:t>
    </dgm:pt>
    <dgm:pt modelId="{F3D306B7-22DA-784A-A691-5189E1F088B1}" type="sibTrans" cxnId="{2B476108-871E-DD4C-8281-B7F68B1FF29C}">
      <dgm:prSet/>
      <dgm:spPr/>
      <dgm:t>
        <a:bodyPr/>
        <a:lstStyle/>
        <a:p>
          <a:endParaRPr lang="en-GB"/>
        </a:p>
      </dgm:t>
    </dgm:pt>
    <dgm:pt modelId="{33054871-0779-F54E-AE3C-DBFE97191DE8}">
      <dgm:prSet phldrT="[Text]"/>
      <dgm:spPr/>
      <dgm:t>
        <a:bodyPr/>
        <a:lstStyle/>
        <a:p>
          <a:r>
            <a:rPr lang="en-GB"/>
            <a:t>Predicted Rating</a:t>
          </a:r>
        </a:p>
      </dgm:t>
    </dgm:pt>
    <dgm:pt modelId="{C9F3D313-A6C5-DB4E-9BD4-A25524922E42}" type="parTrans" cxnId="{C6D9035F-85E5-DB46-BC75-04D83EE1AB15}">
      <dgm:prSet/>
      <dgm:spPr/>
      <dgm:t>
        <a:bodyPr/>
        <a:lstStyle/>
        <a:p>
          <a:endParaRPr lang="en-GB"/>
        </a:p>
      </dgm:t>
    </dgm:pt>
    <dgm:pt modelId="{13F06A74-DEA0-3D46-8CA8-F1244330BE54}" type="sibTrans" cxnId="{C6D9035F-85E5-DB46-BC75-04D83EE1AB15}">
      <dgm:prSet/>
      <dgm:spPr/>
      <dgm:t>
        <a:bodyPr/>
        <a:lstStyle/>
        <a:p>
          <a:endParaRPr lang="en-GB"/>
        </a:p>
      </dgm:t>
    </dgm:pt>
    <dgm:pt modelId="{DEA08FC2-3CAE-734B-94D7-179E1CB84166}" type="pres">
      <dgm:prSet presAssocID="{71821CFF-DF8B-6B45-AF4D-87A6A84343C6}" presName="outerComposite" presStyleCnt="0">
        <dgm:presLayoutVars>
          <dgm:chMax val="5"/>
          <dgm:dir/>
          <dgm:resizeHandles val="exact"/>
        </dgm:presLayoutVars>
      </dgm:prSet>
      <dgm:spPr/>
    </dgm:pt>
    <dgm:pt modelId="{E74EC70E-80E0-EA41-BE74-8516415EF940}" type="pres">
      <dgm:prSet presAssocID="{71821CFF-DF8B-6B45-AF4D-87A6A84343C6}" presName="dummyMaxCanvas" presStyleCnt="0">
        <dgm:presLayoutVars/>
      </dgm:prSet>
      <dgm:spPr/>
    </dgm:pt>
    <dgm:pt modelId="{5DBB6FAE-0BD3-DB42-99BA-D2B7D745CBF9}" type="pres">
      <dgm:prSet presAssocID="{71821CFF-DF8B-6B45-AF4D-87A6A84343C6}" presName="FourNodes_1" presStyleLbl="node1" presStyleIdx="0" presStyleCnt="4">
        <dgm:presLayoutVars>
          <dgm:bulletEnabled val="1"/>
        </dgm:presLayoutVars>
      </dgm:prSet>
      <dgm:spPr/>
    </dgm:pt>
    <dgm:pt modelId="{754240F6-1263-C94C-B760-3B755E1EF2DE}" type="pres">
      <dgm:prSet presAssocID="{71821CFF-DF8B-6B45-AF4D-87A6A84343C6}" presName="FourNodes_2" presStyleLbl="node1" presStyleIdx="1" presStyleCnt="4">
        <dgm:presLayoutVars>
          <dgm:bulletEnabled val="1"/>
        </dgm:presLayoutVars>
      </dgm:prSet>
      <dgm:spPr/>
    </dgm:pt>
    <dgm:pt modelId="{50CA12CA-1B80-B14E-9E22-8AF1DBDA4853}" type="pres">
      <dgm:prSet presAssocID="{71821CFF-DF8B-6B45-AF4D-87A6A84343C6}" presName="FourNodes_3" presStyleLbl="node1" presStyleIdx="2" presStyleCnt="4">
        <dgm:presLayoutVars>
          <dgm:bulletEnabled val="1"/>
        </dgm:presLayoutVars>
      </dgm:prSet>
      <dgm:spPr/>
    </dgm:pt>
    <dgm:pt modelId="{10355E5D-9E37-F34C-B957-40EA582AD424}" type="pres">
      <dgm:prSet presAssocID="{71821CFF-DF8B-6B45-AF4D-87A6A84343C6}" presName="FourNodes_4" presStyleLbl="node1" presStyleIdx="3" presStyleCnt="4">
        <dgm:presLayoutVars>
          <dgm:bulletEnabled val="1"/>
        </dgm:presLayoutVars>
      </dgm:prSet>
      <dgm:spPr/>
    </dgm:pt>
    <dgm:pt modelId="{D421486D-10B0-A444-901E-F5D66C849E96}" type="pres">
      <dgm:prSet presAssocID="{71821CFF-DF8B-6B45-AF4D-87A6A84343C6}" presName="FourConn_1-2" presStyleLbl="fgAccFollowNode1" presStyleIdx="0" presStyleCnt="3">
        <dgm:presLayoutVars>
          <dgm:bulletEnabled val="1"/>
        </dgm:presLayoutVars>
      </dgm:prSet>
      <dgm:spPr/>
    </dgm:pt>
    <dgm:pt modelId="{2B9A60E3-3A40-3147-8379-8C20E47FB160}" type="pres">
      <dgm:prSet presAssocID="{71821CFF-DF8B-6B45-AF4D-87A6A84343C6}" presName="FourConn_2-3" presStyleLbl="fgAccFollowNode1" presStyleIdx="1" presStyleCnt="3">
        <dgm:presLayoutVars>
          <dgm:bulletEnabled val="1"/>
        </dgm:presLayoutVars>
      </dgm:prSet>
      <dgm:spPr/>
    </dgm:pt>
    <dgm:pt modelId="{47787E09-55B4-014D-AD93-F8E9832F0BBB}" type="pres">
      <dgm:prSet presAssocID="{71821CFF-DF8B-6B45-AF4D-87A6A84343C6}" presName="FourConn_3-4" presStyleLbl="fgAccFollowNode1" presStyleIdx="2" presStyleCnt="3">
        <dgm:presLayoutVars>
          <dgm:bulletEnabled val="1"/>
        </dgm:presLayoutVars>
      </dgm:prSet>
      <dgm:spPr/>
    </dgm:pt>
    <dgm:pt modelId="{611AE3AE-A7D9-CC43-9B33-CF2270106E36}" type="pres">
      <dgm:prSet presAssocID="{71821CFF-DF8B-6B45-AF4D-87A6A84343C6}" presName="FourNodes_1_text" presStyleLbl="node1" presStyleIdx="3" presStyleCnt="4">
        <dgm:presLayoutVars>
          <dgm:bulletEnabled val="1"/>
        </dgm:presLayoutVars>
      </dgm:prSet>
      <dgm:spPr/>
    </dgm:pt>
    <dgm:pt modelId="{302663AB-64D3-D544-B23E-FDCA27AB42AF}" type="pres">
      <dgm:prSet presAssocID="{71821CFF-DF8B-6B45-AF4D-87A6A84343C6}" presName="FourNodes_2_text" presStyleLbl="node1" presStyleIdx="3" presStyleCnt="4">
        <dgm:presLayoutVars>
          <dgm:bulletEnabled val="1"/>
        </dgm:presLayoutVars>
      </dgm:prSet>
      <dgm:spPr/>
    </dgm:pt>
    <dgm:pt modelId="{1C9A2D4F-D1E9-6B44-8110-B7734B9DC56A}" type="pres">
      <dgm:prSet presAssocID="{71821CFF-DF8B-6B45-AF4D-87A6A84343C6}" presName="FourNodes_3_text" presStyleLbl="node1" presStyleIdx="3" presStyleCnt="4">
        <dgm:presLayoutVars>
          <dgm:bulletEnabled val="1"/>
        </dgm:presLayoutVars>
      </dgm:prSet>
      <dgm:spPr/>
    </dgm:pt>
    <dgm:pt modelId="{01F7BD79-2129-DF45-B979-9CAA93DFC61F}" type="pres">
      <dgm:prSet presAssocID="{71821CFF-DF8B-6B45-AF4D-87A6A84343C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5063306-3501-9C44-B764-5177D3CC9FAF}" srcId="{71821CFF-DF8B-6B45-AF4D-87A6A84343C6}" destId="{E3EBD3BF-BE69-2243-A10C-A188F88197D4}" srcOrd="0" destOrd="0" parTransId="{D11D012B-DEBC-FE47-B6A0-C15AAF4701A1}" sibTransId="{255AE1C2-BC69-AB49-AF67-FBE8345A37BA}"/>
    <dgm:cxn modelId="{2B476108-871E-DD4C-8281-B7F68B1FF29C}" srcId="{71821CFF-DF8B-6B45-AF4D-87A6A84343C6}" destId="{30E7FA80-CA84-8048-987F-4E789E133AF5}" srcOrd="2" destOrd="0" parTransId="{4DC2BB85-61AF-9146-B42B-5DD3649806F6}" sibTransId="{F3D306B7-22DA-784A-A691-5189E1F088B1}"/>
    <dgm:cxn modelId="{9D25A627-32CC-194A-92B6-8B3037F926D7}" type="presOf" srcId="{F746611F-4F98-0A4C-B150-E1C9FE83E24B}" destId="{754240F6-1263-C94C-B760-3B755E1EF2DE}" srcOrd="0" destOrd="0" presId="urn:microsoft.com/office/officeart/2005/8/layout/vProcess5"/>
    <dgm:cxn modelId="{029BBC34-B3B8-4048-A44D-9074B69D239F}" type="presOf" srcId="{33054871-0779-F54E-AE3C-DBFE97191DE8}" destId="{01F7BD79-2129-DF45-B979-9CAA93DFC61F}" srcOrd="1" destOrd="0" presId="urn:microsoft.com/office/officeart/2005/8/layout/vProcess5"/>
    <dgm:cxn modelId="{1610214D-3EEE-FF45-B865-022F29D1C3ED}" type="presOf" srcId="{255AE1C2-BC69-AB49-AF67-FBE8345A37BA}" destId="{D421486D-10B0-A444-901E-F5D66C849E96}" srcOrd="0" destOrd="0" presId="urn:microsoft.com/office/officeart/2005/8/layout/vProcess5"/>
    <dgm:cxn modelId="{C6D9035F-85E5-DB46-BC75-04D83EE1AB15}" srcId="{71821CFF-DF8B-6B45-AF4D-87A6A84343C6}" destId="{33054871-0779-F54E-AE3C-DBFE97191DE8}" srcOrd="3" destOrd="0" parTransId="{C9F3D313-A6C5-DB4E-9BD4-A25524922E42}" sibTransId="{13F06A74-DEA0-3D46-8CA8-F1244330BE54}"/>
    <dgm:cxn modelId="{42749762-3D2D-A041-9D37-3841EF84FBD7}" type="presOf" srcId="{30E7FA80-CA84-8048-987F-4E789E133AF5}" destId="{1C9A2D4F-D1E9-6B44-8110-B7734B9DC56A}" srcOrd="1" destOrd="0" presId="urn:microsoft.com/office/officeart/2005/8/layout/vProcess5"/>
    <dgm:cxn modelId="{71BA137F-5274-8E41-8522-B6DAA9305FC2}" type="presOf" srcId="{E3EBD3BF-BE69-2243-A10C-A188F88197D4}" destId="{611AE3AE-A7D9-CC43-9B33-CF2270106E36}" srcOrd="1" destOrd="0" presId="urn:microsoft.com/office/officeart/2005/8/layout/vProcess5"/>
    <dgm:cxn modelId="{C880E985-349A-654C-BD25-2E31720F23B1}" type="presOf" srcId="{F746611F-4F98-0A4C-B150-E1C9FE83E24B}" destId="{302663AB-64D3-D544-B23E-FDCA27AB42AF}" srcOrd="1" destOrd="0" presId="urn:microsoft.com/office/officeart/2005/8/layout/vProcess5"/>
    <dgm:cxn modelId="{D3D23D8C-B933-764B-B4ED-71BECF7EAE4F}" type="presOf" srcId="{33054871-0779-F54E-AE3C-DBFE97191DE8}" destId="{10355E5D-9E37-F34C-B957-40EA582AD424}" srcOrd="0" destOrd="0" presId="urn:microsoft.com/office/officeart/2005/8/layout/vProcess5"/>
    <dgm:cxn modelId="{35AFFB8F-E689-4E4C-8064-CF4A605EC42B}" type="presOf" srcId="{F3D306B7-22DA-784A-A691-5189E1F088B1}" destId="{47787E09-55B4-014D-AD93-F8E9832F0BBB}" srcOrd="0" destOrd="0" presId="urn:microsoft.com/office/officeart/2005/8/layout/vProcess5"/>
    <dgm:cxn modelId="{B9A068AA-4C83-0740-A16B-4CDB2F57BF20}" srcId="{71821CFF-DF8B-6B45-AF4D-87A6A84343C6}" destId="{F746611F-4F98-0A4C-B150-E1C9FE83E24B}" srcOrd="1" destOrd="0" parTransId="{621A1907-A8A6-8C41-9D74-6D359EEFB593}" sibTransId="{A6DB5B17-5C91-BE46-9473-AFCFBFE4346E}"/>
    <dgm:cxn modelId="{FEF310C0-6C73-D047-99BC-43F111BBE6B1}" type="presOf" srcId="{30E7FA80-CA84-8048-987F-4E789E133AF5}" destId="{50CA12CA-1B80-B14E-9E22-8AF1DBDA4853}" srcOrd="0" destOrd="0" presId="urn:microsoft.com/office/officeart/2005/8/layout/vProcess5"/>
    <dgm:cxn modelId="{40B428CD-06C3-8B44-88A5-310E1D3A434A}" type="presOf" srcId="{E3EBD3BF-BE69-2243-A10C-A188F88197D4}" destId="{5DBB6FAE-0BD3-DB42-99BA-D2B7D745CBF9}" srcOrd="0" destOrd="0" presId="urn:microsoft.com/office/officeart/2005/8/layout/vProcess5"/>
    <dgm:cxn modelId="{E935C9D1-F286-414C-A8BA-D3AC9AC232AE}" type="presOf" srcId="{71821CFF-DF8B-6B45-AF4D-87A6A84343C6}" destId="{DEA08FC2-3CAE-734B-94D7-179E1CB84166}" srcOrd="0" destOrd="0" presId="urn:microsoft.com/office/officeart/2005/8/layout/vProcess5"/>
    <dgm:cxn modelId="{7924F8E7-7131-5E42-9ABF-8B837F7F6EE6}" type="presOf" srcId="{A6DB5B17-5C91-BE46-9473-AFCFBFE4346E}" destId="{2B9A60E3-3A40-3147-8379-8C20E47FB160}" srcOrd="0" destOrd="0" presId="urn:microsoft.com/office/officeart/2005/8/layout/vProcess5"/>
    <dgm:cxn modelId="{C5DE90EB-C16C-D74A-AC48-A37FDE082141}" type="presParOf" srcId="{DEA08FC2-3CAE-734B-94D7-179E1CB84166}" destId="{E74EC70E-80E0-EA41-BE74-8516415EF940}" srcOrd="0" destOrd="0" presId="urn:microsoft.com/office/officeart/2005/8/layout/vProcess5"/>
    <dgm:cxn modelId="{7B5B1E51-F9E8-A249-A824-D1565798C851}" type="presParOf" srcId="{DEA08FC2-3CAE-734B-94D7-179E1CB84166}" destId="{5DBB6FAE-0BD3-DB42-99BA-D2B7D745CBF9}" srcOrd="1" destOrd="0" presId="urn:microsoft.com/office/officeart/2005/8/layout/vProcess5"/>
    <dgm:cxn modelId="{2F243529-4582-894A-883A-2E3DA2F230CC}" type="presParOf" srcId="{DEA08FC2-3CAE-734B-94D7-179E1CB84166}" destId="{754240F6-1263-C94C-B760-3B755E1EF2DE}" srcOrd="2" destOrd="0" presId="urn:microsoft.com/office/officeart/2005/8/layout/vProcess5"/>
    <dgm:cxn modelId="{725C98C4-7E6A-194D-8A9F-1EDAE7F7AD3C}" type="presParOf" srcId="{DEA08FC2-3CAE-734B-94D7-179E1CB84166}" destId="{50CA12CA-1B80-B14E-9E22-8AF1DBDA4853}" srcOrd="3" destOrd="0" presId="urn:microsoft.com/office/officeart/2005/8/layout/vProcess5"/>
    <dgm:cxn modelId="{33721BD5-653E-834F-88BB-ED36ED5569CC}" type="presParOf" srcId="{DEA08FC2-3CAE-734B-94D7-179E1CB84166}" destId="{10355E5D-9E37-F34C-B957-40EA582AD424}" srcOrd="4" destOrd="0" presId="urn:microsoft.com/office/officeart/2005/8/layout/vProcess5"/>
    <dgm:cxn modelId="{BF21F9BB-7CC0-8B49-A965-ED1F058047DD}" type="presParOf" srcId="{DEA08FC2-3CAE-734B-94D7-179E1CB84166}" destId="{D421486D-10B0-A444-901E-F5D66C849E96}" srcOrd="5" destOrd="0" presId="urn:microsoft.com/office/officeart/2005/8/layout/vProcess5"/>
    <dgm:cxn modelId="{238DD763-0478-9145-8DBE-77B451379DFE}" type="presParOf" srcId="{DEA08FC2-3CAE-734B-94D7-179E1CB84166}" destId="{2B9A60E3-3A40-3147-8379-8C20E47FB160}" srcOrd="6" destOrd="0" presId="urn:microsoft.com/office/officeart/2005/8/layout/vProcess5"/>
    <dgm:cxn modelId="{F7EA47F6-6864-124B-B3CF-D0D898E0730C}" type="presParOf" srcId="{DEA08FC2-3CAE-734B-94D7-179E1CB84166}" destId="{47787E09-55B4-014D-AD93-F8E9832F0BBB}" srcOrd="7" destOrd="0" presId="urn:microsoft.com/office/officeart/2005/8/layout/vProcess5"/>
    <dgm:cxn modelId="{9144A318-C739-734A-B7FC-772543DB2414}" type="presParOf" srcId="{DEA08FC2-3CAE-734B-94D7-179E1CB84166}" destId="{611AE3AE-A7D9-CC43-9B33-CF2270106E36}" srcOrd="8" destOrd="0" presId="urn:microsoft.com/office/officeart/2005/8/layout/vProcess5"/>
    <dgm:cxn modelId="{26F7EE55-37F7-EE47-A880-24E9597EEA95}" type="presParOf" srcId="{DEA08FC2-3CAE-734B-94D7-179E1CB84166}" destId="{302663AB-64D3-D544-B23E-FDCA27AB42AF}" srcOrd="9" destOrd="0" presId="urn:microsoft.com/office/officeart/2005/8/layout/vProcess5"/>
    <dgm:cxn modelId="{FA2A2D02-0E03-214E-B54F-48FE32EC2B99}" type="presParOf" srcId="{DEA08FC2-3CAE-734B-94D7-179E1CB84166}" destId="{1C9A2D4F-D1E9-6B44-8110-B7734B9DC56A}" srcOrd="10" destOrd="0" presId="urn:microsoft.com/office/officeart/2005/8/layout/vProcess5"/>
    <dgm:cxn modelId="{925AEBDE-6760-C940-A18F-C2B57DB4FA26}" type="presParOf" srcId="{DEA08FC2-3CAE-734B-94D7-179E1CB84166}" destId="{01F7BD79-2129-DF45-B979-9CAA93DFC61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28B23-A82A-954C-AE24-B1E7E2E1B40B}">
      <dsp:nvSpPr>
        <dsp:cNvPr id="0" name=""/>
        <dsp:cNvSpPr/>
      </dsp:nvSpPr>
      <dsp:spPr>
        <a:xfrm>
          <a:off x="1123267" y="631"/>
          <a:ext cx="1940454" cy="7392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User Ratings</a:t>
          </a:r>
        </a:p>
      </dsp:txBody>
      <dsp:txXfrm>
        <a:off x="1144918" y="22282"/>
        <a:ext cx="1897152" cy="695918"/>
      </dsp:txXfrm>
    </dsp:sp>
    <dsp:sp modelId="{7C28FD93-65E9-5F41-BF65-E76E353F236B}">
      <dsp:nvSpPr>
        <dsp:cNvPr id="0" name=""/>
        <dsp:cNvSpPr/>
      </dsp:nvSpPr>
      <dsp:spPr>
        <a:xfrm rot="5400000">
          <a:off x="1954890" y="758332"/>
          <a:ext cx="277207" cy="3326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 rot="-5400000">
        <a:off x="1993699" y="786053"/>
        <a:ext cx="199589" cy="194045"/>
      </dsp:txXfrm>
    </dsp:sp>
    <dsp:sp modelId="{E863F21E-7ED9-1940-9D54-5D451538B921}">
      <dsp:nvSpPr>
        <dsp:cNvPr id="0" name=""/>
        <dsp:cNvSpPr/>
      </dsp:nvSpPr>
      <dsp:spPr>
        <a:xfrm>
          <a:off x="1123267" y="1109462"/>
          <a:ext cx="1940454" cy="739220"/>
        </a:xfrm>
        <a:prstGeom prst="roundRect">
          <a:avLst>
            <a:gd name="adj" fmla="val 1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Item Similarities</a:t>
          </a:r>
        </a:p>
      </dsp:txBody>
      <dsp:txXfrm>
        <a:off x="1144918" y="1131113"/>
        <a:ext cx="1897152" cy="695918"/>
      </dsp:txXfrm>
    </dsp:sp>
    <dsp:sp modelId="{F0DBBE4C-5897-1546-A3FE-45674F7C24F3}">
      <dsp:nvSpPr>
        <dsp:cNvPr id="0" name=""/>
        <dsp:cNvSpPr/>
      </dsp:nvSpPr>
      <dsp:spPr>
        <a:xfrm rot="5400000">
          <a:off x="1954890" y="1867163"/>
          <a:ext cx="277207" cy="3326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 rot="-5400000">
        <a:off x="1993699" y="1894884"/>
        <a:ext cx="199589" cy="194045"/>
      </dsp:txXfrm>
    </dsp:sp>
    <dsp:sp modelId="{B21812CC-1BF5-C848-8A17-E4D1289D1FF2}">
      <dsp:nvSpPr>
        <dsp:cNvPr id="0" name=""/>
        <dsp:cNvSpPr/>
      </dsp:nvSpPr>
      <dsp:spPr>
        <a:xfrm>
          <a:off x="1123267" y="2218293"/>
          <a:ext cx="1940454" cy="739220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Neighbour Selection</a:t>
          </a:r>
        </a:p>
      </dsp:txBody>
      <dsp:txXfrm>
        <a:off x="1144918" y="2239944"/>
        <a:ext cx="1897152" cy="695918"/>
      </dsp:txXfrm>
    </dsp:sp>
    <dsp:sp modelId="{9FB31E6E-B231-274B-8555-3C5E08C478C9}">
      <dsp:nvSpPr>
        <dsp:cNvPr id="0" name=""/>
        <dsp:cNvSpPr/>
      </dsp:nvSpPr>
      <dsp:spPr>
        <a:xfrm rot="5400000">
          <a:off x="1954890" y="2975994"/>
          <a:ext cx="277207" cy="3326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 rot="-5400000">
        <a:off x="1993699" y="3003715"/>
        <a:ext cx="199589" cy="194045"/>
      </dsp:txXfrm>
    </dsp:sp>
    <dsp:sp modelId="{E9BA2C5D-5B25-7E43-8664-B3A661BBBE06}">
      <dsp:nvSpPr>
        <dsp:cNvPr id="0" name=""/>
        <dsp:cNvSpPr/>
      </dsp:nvSpPr>
      <dsp:spPr>
        <a:xfrm>
          <a:off x="1123267" y="3327124"/>
          <a:ext cx="1940454" cy="739220"/>
        </a:xfrm>
        <a:prstGeom prst="roundRect">
          <a:avLst>
            <a:gd name="adj" fmla="val 1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Rating Prediction</a:t>
          </a:r>
        </a:p>
      </dsp:txBody>
      <dsp:txXfrm>
        <a:off x="1144918" y="3348775"/>
        <a:ext cx="1897152" cy="695918"/>
      </dsp:txXfrm>
    </dsp:sp>
    <dsp:sp modelId="{C5E7AD65-19CC-324D-A43F-2DEE5769F95B}">
      <dsp:nvSpPr>
        <dsp:cNvPr id="0" name=""/>
        <dsp:cNvSpPr/>
      </dsp:nvSpPr>
      <dsp:spPr>
        <a:xfrm rot="5400000">
          <a:off x="1954890" y="4084825"/>
          <a:ext cx="277207" cy="3326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 rot="-5400000">
        <a:off x="1993699" y="4112546"/>
        <a:ext cx="199589" cy="194045"/>
      </dsp:txXfrm>
    </dsp:sp>
    <dsp:sp modelId="{DAB5E8E1-18D8-B045-960B-D1930D460948}">
      <dsp:nvSpPr>
        <dsp:cNvPr id="0" name=""/>
        <dsp:cNvSpPr/>
      </dsp:nvSpPr>
      <dsp:spPr>
        <a:xfrm>
          <a:off x="1123267" y="4435955"/>
          <a:ext cx="1940454" cy="739220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Recommendation</a:t>
          </a:r>
        </a:p>
      </dsp:txBody>
      <dsp:txXfrm>
        <a:off x="1144918" y="4457606"/>
        <a:ext cx="1897152" cy="6959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B6FAE-0BD3-DB42-99BA-D2B7D745CBF9}">
      <dsp:nvSpPr>
        <dsp:cNvPr id="0" name=""/>
        <dsp:cNvSpPr/>
      </dsp:nvSpPr>
      <dsp:spPr>
        <a:xfrm>
          <a:off x="0" y="0"/>
          <a:ext cx="3638844" cy="4366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Target Item</a:t>
          </a:r>
        </a:p>
      </dsp:txBody>
      <dsp:txXfrm>
        <a:off x="12790" y="12790"/>
        <a:ext cx="3130729" cy="411102"/>
      </dsp:txXfrm>
    </dsp:sp>
    <dsp:sp modelId="{754240F6-1263-C94C-B760-3B755E1EF2DE}">
      <dsp:nvSpPr>
        <dsp:cNvPr id="0" name=""/>
        <dsp:cNvSpPr/>
      </dsp:nvSpPr>
      <dsp:spPr>
        <a:xfrm>
          <a:off x="304753" y="516079"/>
          <a:ext cx="3638844" cy="4366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Top 20 Similar Items</a:t>
          </a:r>
        </a:p>
      </dsp:txBody>
      <dsp:txXfrm>
        <a:off x="317543" y="528869"/>
        <a:ext cx="3024667" cy="411102"/>
      </dsp:txXfrm>
    </dsp:sp>
    <dsp:sp modelId="{50CA12CA-1B80-B14E-9E22-8AF1DBDA4853}">
      <dsp:nvSpPr>
        <dsp:cNvPr id="0" name=""/>
        <dsp:cNvSpPr/>
      </dsp:nvSpPr>
      <dsp:spPr>
        <a:xfrm>
          <a:off x="604957" y="1032158"/>
          <a:ext cx="3638844" cy="4366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Neighbour Ratings</a:t>
          </a:r>
        </a:p>
      </dsp:txBody>
      <dsp:txXfrm>
        <a:off x="617747" y="1044948"/>
        <a:ext cx="3029215" cy="411102"/>
      </dsp:txXfrm>
    </dsp:sp>
    <dsp:sp modelId="{10355E5D-9E37-F34C-B957-40EA582AD424}">
      <dsp:nvSpPr>
        <dsp:cNvPr id="0" name=""/>
        <dsp:cNvSpPr/>
      </dsp:nvSpPr>
      <dsp:spPr>
        <a:xfrm>
          <a:off x="909710" y="1548237"/>
          <a:ext cx="3638844" cy="4366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Predicted Rating</a:t>
          </a:r>
        </a:p>
      </dsp:txBody>
      <dsp:txXfrm>
        <a:off x="922500" y="1561027"/>
        <a:ext cx="3024667" cy="411102"/>
      </dsp:txXfrm>
    </dsp:sp>
    <dsp:sp modelId="{D421486D-10B0-A444-901E-F5D66C849E96}">
      <dsp:nvSpPr>
        <dsp:cNvPr id="0" name=""/>
        <dsp:cNvSpPr/>
      </dsp:nvSpPr>
      <dsp:spPr>
        <a:xfrm>
          <a:off x="3355000" y="334459"/>
          <a:ext cx="283843" cy="28384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3418865" y="334459"/>
        <a:ext cx="156113" cy="213592"/>
      </dsp:txXfrm>
    </dsp:sp>
    <dsp:sp modelId="{2B9A60E3-3A40-3147-8379-8C20E47FB160}">
      <dsp:nvSpPr>
        <dsp:cNvPr id="0" name=""/>
        <dsp:cNvSpPr/>
      </dsp:nvSpPr>
      <dsp:spPr>
        <a:xfrm>
          <a:off x="3659753" y="850538"/>
          <a:ext cx="283843" cy="28384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3723618" y="850538"/>
        <a:ext cx="156113" cy="213592"/>
      </dsp:txXfrm>
    </dsp:sp>
    <dsp:sp modelId="{47787E09-55B4-014D-AD93-F8E9832F0BBB}">
      <dsp:nvSpPr>
        <dsp:cNvPr id="0" name=""/>
        <dsp:cNvSpPr/>
      </dsp:nvSpPr>
      <dsp:spPr>
        <a:xfrm>
          <a:off x="3959958" y="1366617"/>
          <a:ext cx="283843" cy="28384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739761"/>
            <a:satOff val="-22832"/>
            <a:lumOff val="-2928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4023823" y="1366617"/>
        <a:ext cx="156113" cy="213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3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6.xml"/><Relationship Id="rId7" Type="http://schemas.openxmlformats.org/officeDocument/2006/relationships/diagramQuickStyle" Target="../diagrams/quickStyle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125" y="1077811"/>
            <a:ext cx="9841832" cy="1122202"/>
          </a:xfrm>
        </p:spPr>
        <p:txBody>
          <a:bodyPr/>
          <a:lstStyle/>
          <a:p>
            <a:r>
              <a:rPr lang="en-AU" b="1"/>
              <a:t>Item-Based Collaborative Filtering Recommendation System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3705727"/>
            <a:ext cx="4941770" cy="2277823"/>
          </a:xfrm>
        </p:spPr>
        <p:txBody>
          <a:bodyPr>
            <a:normAutofit/>
          </a:bodyPr>
          <a:lstStyle/>
          <a:p>
            <a:r>
              <a:rPr lang="en-AU" sz="2000" b="1"/>
              <a:t>Rishitha Vojjala</a:t>
            </a:r>
          </a:p>
          <a:p>
            <a:r>
              <a:rPr lang="en-AU" sz="2000" b="1"/>
              <a:t>Student Number: S4216466</a:t>
            </a:r>
          </a:p>
          <a:p>
            <a:r>
              <a:rPr lang="en-AU" sz="2000" b="1"/>
              <a:t>COSC2670/2738 </a:t>
            </a:r>
          </a:p>
          <a:p>
            <a:r>
              <a:rPr lang="en-AU" sz="2000" b="1"/>
              <a:t>Practical Data Science with Python</a:t>
            </a:r>
          </a:p>
          <a:p>
            <a:r>
              <a:rPr lang="en-AU" sz="2000" b="1"/>
              <a:t>MovieLens 100K Dataset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90A115-D797-1184-7CDC-0D44CF21EB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495125" y="2030072"/>
            <a:ext cx="10392075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/>
              <a:t>Reproducing the Sarwar et al. (2001) Baseline Model and Controlled Improvement Experiments</a:t>
            </a:r>
            <a:endParaRPr lang="en-US" sz="2800" dirty="0"/>
          </a:p>
        </p:txBody>
      </p:sp>
      <p:pic>
        <p:nvPicPr>
          <p:cNvPr id="24" name="Audio 23">
            <a:extLst>
              <a:ext uri="{FF2B5EF4-FFF2-40B4-BE49-F238E27FC236}">
                <a16:creationId xmlns:a16="http://schemas.microsoft.com/office/drawing/2014/main" id="{E4D28549-837D-F55D-C7D4-C66F50066A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52450"/>
            <a:ext cx="812800" cy="812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E87BB5C-51E1-0511-1A80-91D330A6256E}"/>
              </a:ext>
            </a:extLst>
          </p:cNvPr>
          <p:cNvSpPr txBox="1"/>
          <p:nvPr/>
        </p:nvSpPr>
        <p:spPr>
          <a:xfrm>
            <a:off x="375138" y="1078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29"/>
    </mc:Choice>
    <mc:Fallback xmlns="">
      <p:transition spd="slow" advTm="24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825064"/>
            <a:ext cx="5380122" cy="589397"/>
          </a:xfrm>
        </p:spPr>
        <p:txBody>
          <a:bodyPr>
            <a:normAutofit/>
          </a:bodyPr>
          <a:lstStyle/>
          <a:p>
            <a:r>
              <a:rPr lang="en-AU"/>
              <a:t>Presentation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608783"/>
            <a:ext cx="7208922" cy="4240382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AU" sz="2000" b="1"/>
              <a:t>Sarwar et al. (2001) Item-Based Collaborative Filtering</a:t>
            </a:r>
          </a:p>
          <a:p>
            <a:pPr marL="457200" indent="-457200">
              <a:buAutoNum type="arabicPeriod"/>
            </a:pPr>
            <a:r>
              <a:rPr lang="en-AU" sz="2000" b="1"/>
              <a:t>User-Item Rating Matrix</a:t>
            </a:r>
            <a:endParaRPr lang="en-AU" sz="2000"/>
          </a:p>
          <a:p>
            <a:r>
              <a:rPr lang="en-AU" sz="2000" b="1"/>
              <a:t>3. Adjusted Cosine Similarity</a:t>
            </a:r>
            <a:endParaRPr lang="en-AU" sz="2000"/>
          </a:p>
          <a:p>
            <a:r>
              <a:rPr lang="en-AU" sz="2000" b="1"/>
              <a:t>4. KNN Regression Prediction</a:t>
            </a:r>
            <a:endParaRPr lang="en-AU" sz="2000"/>
          </a:p>
          <a:p>
            <a:r>
              <a:rPr lang="en-AU" sz="2000" b="1"/>
              <a:t>5. Baseline Model Results</a:t>
            </a:r>
          </a:p>
          <a:p>
            <a:r>
              <a:rPr lang="en-AU" sz="2000" b="1"/>
              <a:t>6. Improvement Experiments</a:t>
            </a:r>
          </a:p>
          <a:p>
            <a:r>
              <a:rPr lang="en-AU" sz="2000" b="1"/>
              <a:t>7. Conclusion</a:t>
            </a:r>
            <a:endParaRPr lang="en-AU" sz="2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/>
              <a:t>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BE7D444F-9B34-7067-9567-2674249B34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06"/>
    </mc:Choice>
    <mc:Fallback xmlns="">
      <p:transition spd="slow" advTm="249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63" y="626268"/>
            <a:ext cx="10277832" cy="585788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Sarwar et al. (2001) Item-Based Collaborative Filtering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5301" y="1501980"/>
            <a:ext cx="6671478" cy="439349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/>
              <a:t>Recommends items based on item similarities.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/>
              <a:t>Uses historical user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/>
              <a:t>Computes relationships between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/>
              <a:t>More scalable than user-based collaborative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/>
              <a:t>Generates personalised recommendations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2026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AC2547B3-BBA4-FFB8-0919-5C4802FC5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7958335"/>
              </p:ext>
            </p:extLst>
          </p:nvPr>
        </p:nvGraphicFramePr>
        <p:xfrm>
          <a:off x="7531768" y="1212056"/>
          <a:ext cx="4186989" cy="5175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7" name="Audio 36">
            <a:extLst>
              <a:ext uri="{FF2B5EF4-FFF2-40B4-BE49-F238E27FC236}">
                <a16:creationId xmlns:a16="http://schemas.microsoft.com/office/drawing/2014/main" id="{9550CF89-BE27-FA37-17DA-28979994AF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120"/>
    </mc:Choice>
    <mc:Fallback xmlns="">
      <p:transition spd="slow" advTm="411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AU" b="1" dirty="0"/>
              <a:t>User-Item Rating Matrix</a:t>
            </a:r>
            <a:br>
              <a:rPr lang="en-AU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897" y="1852615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AU" dirty="0"/>
              <a:t>Representation of Ratings</a:t>
            </a:r>
            <a:endParaRPr lang="en-US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2026</a:t>
            </a:r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466AA2B-4255-8FFE-28BB-6D3F77BCB6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8" y="2217740"/>
            <a:ext cx="4031945" cy="1904769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/>
              <a:t>Rows represent users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/>
              <a:t>Columns represent movies/items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/>
              <a:t>Ratings stored in matrix form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/>
              <a:t>Missing values indicate unrated items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/>
              <a:t>Used as input for collaborative filtering</a:t>
            </a:r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9598064-EC4E-5BF7-2D22-B72D29E82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767857"/>
              </p:ext>
            </p:extLst>
          </p:nvPr>
        </p:nvGraphicFramePr>
        <p:xfrm>
          <a:off x="5675326" y="1878698"/>
          <a:ext cx="5166845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3369">
                  <a:extLst>
                    <a:ext uri="{9D8B030D-6E8A-4147-A177-3AD203B41FA5}">
                      <a16:colId xmlns:a16="http://schemas.microsoft.com/office/drawing/2014/main" val="3882324953"/>
                    </a:ext>
                  </a:extLst>
                </a:gridCol>
                <a:gridCol w="1033369">
                  <a:extLst>
                    <a:ext uri="{9D8B030D-6E8A-4147-A177-3AD203B41FA5}">
                      <a16:colId xmlns:a16="http://schemas.microsoft.com/office/drawing/2014/main" val="394653849"/>
                    </a:ext>
                  </a:extLst>
                </a:gridCol>
                <a:gridCol w="1033369">
                  <a:extLst>
                    <a:ext uri="{9D8B030D-6E8A-4147-A177-3AD203B41FA5}">
                      <a16:colId xmlns:a16="http://schemas.microsoft.com/office/drawing/2014/main" val="2987507937"/>
                    </a:ext>
                  </a:extLst>
                </a:gridCol>
                <a:gridCol w="1033369">
                  <a:extLst>
                    <a:ext uri="{9D8B030D-6E8A-4147-A177-3AD203B41FA5}">
                      <a16:colId xmlns:a16="http://schemas.microsoft.com/office/drawing/2014/main" val="1821460263"/>
                    </a:ext>
                  </a:extLst>
                </a:gridCol>
                <a:gridCol w="1033369">
                  <a:extLst>
                    <a:ext uri="{9D8B030D-6E8A-4147-A177-3AD203B41FA5}">
                      <a16:colId xmlns:a16="http://schemas.microsoft.com/office/drawing/2014/main" val="4115373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Movie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Movie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Movie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Movie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353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User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82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User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895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User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706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User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46384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5E444F7-8B91-182F-9737-6D166EA7B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948498"/>
              </p:ext>
            </p:extLst>
          </p:nvPr>
        </p:nvGraphicFramePr>
        <p:xfrm>
          <a:off x="1523999" y="4418246"/>
          <a:ext cx="2743201" cy="1463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43201">
                  <a:extLst>
                    <a:ext uri="{9D8B030D-6E8A-4147-A177-3AD203B41FA5}">
                      <a16:colId xmlns:a16="http://schemas.microsoft.com/office/drawing/2014/main" val="378205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b="1" kern="1200">
                          <a:solidFill>
                            <a:schemeClr val="bg1"/>
                          </a:solidFill>
                          <a:effectLst/>
                        </a:rPr>
                        <a:t>MovieLens 100K Dataset</a:t>
                      </a:r>
                      <a:endParaRPr lang="en-AU" sz="1800" b="0" kern="12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r>
                        <a:rPr lang="en-AU" sz="1800" b="0" kern="1200">
                          <a:solidFill>
                            <a:schemeClr val="bg1"/>
                          </a:solidFill>
                          <a:effectLst/>
                        </a:rPr>
                        <a:t>943 users</a:t>
                      </a:r>
                    </a:p>
                    <a:p>
                      <a:r>
                        <a:rPr lang="en-AU" sz="1800" b="0" kern="1200">
                          <a:solidFill>
                            <a:schemeClr val="bg1"/>
                          </a:solidFill>
                          <a:effectLst/>
                        </a:rPr>
                        <a:t>1,682 movies</a:t>
                      </a:r>
                    </a:p>
                    <a:p>
                      <a:r>
                        <a:rPr lang="en-AU" sz="1800" b="0" kern="1200">
                          <a:solidFill>
                            <a:schemeClr val="bg1"/>
                          </a:solidFill>
                          <a:effectLst/>
                        </a:rPr>
                        <a:t>100,000 ratings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291341"/>
                  </a:ext>
                </a:extLst>
              </a:tr>
            </a:tbl>
          </a:graphicData>
        </a:graphic>
      </p:graphicFrame>
      <p:pic>
        <p:nvPicPr>
          <p:cNvPr id="34" name="Audio 33">
            <a:extLst>
              <a:ext uri="{FF2B5EF4-FFF2-40B4-BE49-F238E27FC236}">
                <a16:creationId xmlns:a16="http://schemas.microsoft.com/office/drawing/2014/main" id="{D2B30831-AF31-DC49-6AFD-C3B3DE4D1A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16"/>
    </mc:Choice>
    <mc:Fallback xmlns="">
      <p:transition spd="slow" advTm="41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629" y="446507"/>
            <a:ext cx="6169297" cy="651945"/>
          </a:xfrm>
        </p:spPr>
        <p:txBody>
          <a:bodyPr/>
          <a:lstStyle/>
          <a:p>
            <a:r>
              <a:rPr lang="en-AU" dirty="0"/>
              <a:t>Adjusted Cosine Similarity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3992" y="1409480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AU" b="1" dirty="0"/>
              <a:t>Measuring Item Relationships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225" y="1833124"/>
            <a:ext cx="5431971" cy="274268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/>
              <a:t>Computes similarity between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/>
              <a:t>Uses ratings from users who rated both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/>
              <a:t>Removes user rating bias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/>
              <a:t>Produces more reliable item similarities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/>
              <a:t>Forms the basis of neighbour selection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/>
              <a:t>2026</a:t>
            </a:r>
          </a:p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B22D376-82CC-71A2-A48C-4D2B57910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296" y="4634325"/>
            <a:ext cx="5765800" cy="1079500"/>
          </a:xfrm>
          <a:prstGeom prst="rect">
            <a:avLst/>
          </a:prstGeom>
        </p:spPr>
      </p:pic>
      <p:pic>
        <p:nvPicPr>
          <p:cNvPr id="32" name="Audio 31">
            <a:extLst>
              <a:ext uri="{FF2B5EF4-FFF2-40B4-BE49-F238E27FC236}">
                <a16:creationId xmlns:a16="http://schemas.microsoft.com/office/drawing/2014/main" id="{8EFACC63-0836-0A87-ED7E-5C5A036E2C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64"/>
    </mc:Choice>
    <mc:Fallback xmlns="">
      <p:transition spd="slow" advTm="46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608011"/>
            <a:ext cx="7248525" cy="742951"/>
          </a:xfrm>
        </p:spPr>
        <p:txBody>
          <a:bodyPr/>
          <a:lstStyle/>
          <a:p>
            <a:r>
              <a:rPr lang="en-AU" dirty="0"/>
              <a:t>KNN Regression Prediction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2116245"/>
            <a:ext cx="5111750" cy="28543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/>
              <a:t>Select the </a:t>
            </a:r>
            <a:r>
              <a:rPr lang="en-AU" sz="1600" b="1"/>
              <a:t>k most similar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/>
              <a:t>Baseline model uses </a:t>
            </a:r>
            <a:r>
              <a:rPr lang="en-AU" sz="1600" b="1"/>
              <a:t>k =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/>
              <a:t>Use ratings from neighbouring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/>
              <a:t>More similar neighbours have greater influence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/>
              <a:t>Predict ratings for unrated movies</a:t>
            </a:r>
          </a:p>
          <a:p>
            <a:br>
              <a:rPr lang="en-AU" sz="1600"/>
            </a:br>
            <a:endParaRPr lang="en-US" sz="1600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2026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E2A929-C226-B89A-DD09-A7DA38446381}"/>
              </a:ext>
            </a:extLst>
          </p:cNvPr>
          <p:cNvSpPr txBox="1">
            <a:spLocks/>
          </p:cNvSpPr>
          <p:nvPr/>
        </p:nvSpPr>
        <p:spPr>
          <a:xfrm>
            <a:off x="1040621" y="1751121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/>
              <a:t>Predicting Unknown Ratings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52D8AE-610F-5A92-A09E-EF38929A1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10"/>
          <a:stretch>
            <a:fillRect/>
          </a:stretch>
        </p:blipFill>
        <p:spPr>
          <a:xfrm>
            <a:off x="5802679" y="1527899"/>
            <a:ext cx="5080000" cy="1176689"/>
          </a:xfrm>
          <a:prstGeom prst="rect">
            <a:avLst/>
          </a:prstGeom>
        </p:spPr>
      </p:pic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007314B-73AD-BEE9-E929-AD888BBBEB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0910355"/>
              </p:ext>
            </p:extLst>
          </p:nvPr>
        </p:nvGraphicFramePr>
        <p:xfrm>
          <a:off x="5802679" y="4010264"/>
          <a:ext cx="4548555" cy="1984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4" name="Audio 13">
            <a:extLst>
              <a:ext uri="{FF2B5EF4-FFF2-40B4-BE49-F238E27FC236}">
                <a16:creationId xmlns:a16="http://schemas.microsoft.com/office/drawing/2014/main" id="{C664D2BD-04A7-3090-CA54-6BDF7862E8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696"/>
    </mc:Choice>
    <mc:Fallback xmlns="">
      <p:transition spd="slow" advTm="456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984" y="800130"/>
            <a:ext cx="5431971" cy="846301"/>
          </a:xfrm>
        </p:spPr>
        <p:txBody>
          <a:bodyPr>
            <a:normAutofit/>
          </a:bodyPr>
          <a:lstStyle/>
          <a:p>
            <a:r>
              <a:rPr lang="en-US"/>
              <a:t>Baseline model Results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796" y="1831204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b="1" dirty="0"/>
              <a:t>Evaluation Metrics</a:t>
            </a:r>
            <a:endParaRPr lang="en-US" b="1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4029" y="2284689"/>
            <a:ext cx="5431971" cy="557950"/>
          </a:xfrm>
        </p:spPr>
        <p:txBody>
          <a:bodyPr>
            <a:noAutofit/>
          </a:bodyPr>
          <a:lstStyle/>
          <a:p>
            <a:r>
              <a:rPr lang="en-AU" sz="1800"/>
              <a:t>Mean Absolute Error (MAE)</a:t>
            </a:r>
          </a:p>
          <a:p>
            <a:r>
              <a:rPr lang="en-AU" sz="1800"/>
              <a:t>Root Mean Squared Error (RMSE)</a:t>
            </a:r>
          </a:p>
          <a:p>
            <a:r>
              <a:rPr lang="en-AU" sz="1800"/>
              <a:t>Lower values indicate better prediction accuracy</a:t>
            </a:r>
          </a:p>
          <a:p>
            <a:r>
              <a:rPr lang="en-AU" sz="1800"/>
              <a:t>Evaluated using the MovieLens 100K test set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/>
              <a:t>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5D4EDE-1024-30F6-DAA6-2390BC1A1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02895"/>
              </p:ext>
            </p:extLst>
          </p:nvPr>
        </p:nvGraphicFramePr>
        <p:xfrm>
          <a:off x="5919680" y="1484821"/>
          <a:ext cx="4835196" cy="123955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7598">
                  <a:extLst>
                    <a:ext uri="{9D8B030D-6E8A-4147-A177-3AD203B41FA5}">
                      <a16:colId xmlns:a16="http://schemas.microsoft.com/office/drawing/2014/main" val="87907088"/>
                    </a:ext>
                  </a:extLst>
                </a:gridCol>
                <a:gridCol w="2417598">
                  <a:extLst>
                    <a:ext uri="{9D8B030D-6E8A-4147-A177-3AD203B41FA5}">
                      <a16:colId xmlns:a16="http://schemas.microsoft.com/office/drawing/2014/main" val="1699418671"/>
                    </a:ext>
                  </a:extLst>
                </a:gridCol>
              </a:tblGrid>
              <a:tr h="41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821264"/>
                  </a:ext>
                </a:extLst>
              </a:tr>
              <a:tr h="41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0.7501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435905"/>
                  </a:ext>
                </a:extLst>
              </a:tr>
              <a:tr h="41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0.9611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040005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D7038685-2BC2-0DDF-1A47-4B56080721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68" r="4060" b="20353"/>
          <a:stretch>
            <a:fillRect/>
          </a:stretch>
        </p:blipFill>
        <p:spPr>
          <a:xfrm>
            <a:off x="1655884" y="4337538"/>
            <a:ext cx="9697915" cy="1720332"/>
          </a:xfrm>
          <a:prstGeom prst="rect">
            <a:avLst/>
          </a:prstGeom>
        </p:spPr>
      </p:pic>
      <p:pic>
        <p:nvPicPr>
          <p:cNvPr id="24" name="Audio 23">
            <a:extLst>
              <a:ext uri="{FF2B5EF4-FFF2-40B4-BE49-F238E27FC236}">
                <a16:creationId xmlns:a16="http://schemas.microsoft.com/office/drawing/2014/main" id="{8693B41C-1A2D-7894-D615-4592B486D3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146"/>
    </mc:Choice>
    <mc:Fallback xmlns="">
      <p:transition spd="slow" advTm="39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47863"/>
            <a:ext cx="8421688" cy="1325563"/>
          </a:xfrm>
        </p:spPr>
        <p:txBody>
          <a:bodyPr/>
          <a:lstStyle/>
          <a:p>
            <a:r>
              <a:rPr lang="en-AU" b="1" dirty="0"/>
              <a:t>IMPROVEMENT EXPERIMENTS</a:t>
            </a:r>
            <a:endParaRPr lang="en-AU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F25149-BF9F-5B6C-706E-363E784EF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93" y="3920106"/>
            <a:ext cx="5533292" cy="1874548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56AE173-22E5-707A-3747-E3197C470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27498"/>
              </p:ext>
            </p:extLst>
          </p:nvPr>
        </p:nvGraphicFramePr>
        <p:xfrm>
          <a:off x="351693" y="1482780"/>
          <a:ext cx="5351341" cy="2072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9622">
                  <a:extLst>
                    <a:ext uri="{9D8B030D-6E8A-4147-A177-3AD203B41FA5}">
                      <a16:colId xmlns:a16="http://schemas.microsoft.com/office/drawing/2014/main" val="3615988243"/>
                    </a:ext>
                  </a:extLst>
                </a:gridCol>
                <a:gridCol w="1084980">
                  <a:extLst>
                    <a:ext uri="{9D8B030D-6E8A-4147-A177-3AD203B41FA5}">
                      <a16:colId xmlns:a16="http://schemas.microsoft.com/office/drawing/2014/main" val="1056324783"/>
                    </a:ext>
                  </a:extLst>
                </a:gridCol>
                <a:gridCol w="2206739">
                  <a:extLst>
                    <a:ext uri="{9D8B030D-6E8A-4147-A177-3AD203B41FA5}">
                      <a16:colId xmlns:a16="http://schemas.microsoft.com/office/drawing/2014/main" val="3841276756"/>
                    </a:ext>
                  </a:extLst>
                </a:gridCol>
              </a:tblGrid>
              <a:tr h="467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Similarity 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437364"/>
                  </a:ext>
                </a:extLst>
              </a:tr>
              <a:tr h="668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Adjusted Cosine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0.7501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0.9611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002248"/>
                  </a:ext>
                </a:extLst>
              </a:tr>
              <a:tr h="467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Cosine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0.7761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0.9958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564027"/>
                  </a:ext>
                </a:extLst>
              </a:tr>
              <a:tr h="467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Pearson Correlation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1.4788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1.79953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20129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948602C-EA57-58AF-D667-248F19648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45190"/>
              </p:ext>
            </p:extLst>
          </p:nvPr>
        </p:nvGraphicFramePr>
        <p:xfrm>
          <a:off x="6488964" y="1501683"/>
          <a:ext cx="535134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3781">
                  <a:extLst>
                    <a:ext uri="{9D8B030D-6E8A-4147-A177-3AD203B41FA5}">
                      <a16:colId xmlns:a16="http://schemas.microsoft.com/office/drawing/2014/main" val="988759982"/>
                    </a:ext>
                  </a:extLst>
                </a:gridCol>
                <a:gridCol w="1783781">
                  <a:extLst>
                    <a:ext uri="{9D8B030D-6E8A-4147-A177-3AD203B41FA5}">
                      <a16:colId xmlns:a16="http://schemas.microsoft.com/office/drawing/2014/main" val="60832321"/>
                    </a:ext>
                  </a:extLst>
                </a:gridCol>
                <a:gridCol w="1783781">
                  <a:extLst>
                    <a:ext uri="{9D8B030D-6E8A-4147-A177-3AD203B41FA5}">
                      <a16:colId xmlns:a16="http://schemas.microsoft.com/office/drawing/2014/main" val="3509656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842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0.7723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0.9989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555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0.7545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0.9698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176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0.7501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0.9611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676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0.7502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0.9598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43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0.7516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0.9606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391507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54F8EA03-6F3B-445C-4817-7C7E26BF6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985" y="4091849"/>
            <a:ext cx="6197600" cy="1714500"/>
          </a:xfrm>
          <a:prstGeom prst="rect">
            <a:avLst/>
          </a:prstGeom>
        </p:spPr>
      </p:pic>
      <p:pic>
        <p:nvPicPr>
          <p:cNvPr id="6" name="Audio 5">
            <a:extLst>
              <a:ext uri="{FF2B5EF4-FFF2-40B4-BE49-F238E27FC236}">
                <a16:creationId xmlns:a16="http://schemas.microsoft.com/office/drawing/2014/main" id="{097A3EDE-5BF0-6A68-8990-5AD7B3D2E3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114"/>
    </mc:Choice>
    <mc:Fallback xmlns="">
      <p:transition spd="slow" advTm="87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444954"/>
            <a:ext cx="5111750" cy="1204912"/>
          </a:xfrm>
        </p:spPr>
        <p:txBody>
          <a:bodyPr/>
          <a:lstStyle/>
          <a:p>
            <a:r>
              <a:rPr lang="en-AU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912" y="1928123"/>
            <a:ext cx="9750425" cy="354037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/>
              <a:t>Successfully reproduced the Sarwar Item-Based Collaborative Filtering baseline model using the MovieLens 100K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/>
              <a:t>Implemented adjusted cosine similarity to measure item-item relationships and KNN regression to predict unknown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/>
              <a:t>The baseline model achieved an MAE of 0.7501 and an RMSE of 0.9611.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/>
              <a:t> Adjusted cosine similarity outperformed cosine similarity and Pearson correlation, producing the lowest prediction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/>
              <a:t>Neighbourhood size influenced recommendation accuracy, with k = 30 achieving the lowest RMSE of 0.9598.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/>
              <a:t> Overall, the experiments demonstrated the importance of selecting appropriate similarity measures and neighbourhood sizes to improve recommendation performance.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27F0DE71-3ED4-DA53-0789-B0A747B1D1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73"/>
    </mc:Choice>
    <mc:Fallback xmlns="">
      <p:transition spd="slow" advTm="627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Monoline</Template>
  <TotalTime>98</TotalTime>
  <Words>467</Words>
  <Application>Microsoft Macintosh PowerPoint</Application>
  <PresentationFormat>Widescreen</PresentationFormat>
  <Paragraphs>147</Paragraphs>
  <Slides>9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Monoline</vt:lpstr>
      <vt:lpstr>Item-Based Collaborative Filtering Recommendation System</vt:lpstr>
      <vt:lpstr>Presentation Overview</vt:lpstr>
      <vt:lpstr>Sarwar et al. (2001) Item-Based Collaborative Filtering</vt:lpstr>
      <vt:lpstr>User-Item Rating Matrix </vt:lpstr>
      <vt:lpstr>Adjusted Cosine Similarity</vt:lpstr>
      <vt:lpstr>KNN Regression Prediction</vt:lpstr>
      <vt:lpstr>Baseline model Results</vt:lpstr>
      <vt:lpstr>IMPROVEMENT EXPERIMENTS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Vojjala</dc:creator>
  <cp:lastModifiedBy>Rishitha Vojjala</cp:lastModifiedBy>
  <cp:revision>5</cp:revision>
  <dcterms:created xsi:type="dcterms:W3CDTF">2026-06-14T11:33:44Z</dcterms:created>
  <dcterms:modified xsi:type="dcterms:W3CDTF">2026-06-14T13:21:48Z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